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6C4B"/>
                </a:solidFill>
                <a:latin typeface="Calibri"/>
              </a:rPr>
              <a:t>MANAGEMENT PROOF · SHEET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006C4B"/>
                </a:solidFill>
                <a:latin typeface="Calibri"/>
              </a:rPr>
              <a:t>Requirements</a:t>
            </a:r>
          </a:p>
          <a:p>
            <a:pPr algn="l">
              <a:spcAft>
                <a:spcPts val="600"/>
              </a:spcAft>
            </a:pPr>
            <a:r>
              <a:rPr sz="4400" b="1">
                <a:solidFill>
                  <a:srgbClr val="032019"/>
                </a:solidFill>
                <a:latin typeface="Calibri"/>
              </a:rPr>
              <a:t>as recordings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233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C4A42"/>
                </a:solidFill>
                <a:latin typeface="Calibri"/>
              </a:rPr>
              <a:t>Every Done row — 13 narrated videos with mouse clicks. Open the HTML deck to play videos fullscreen, or open each MP4 from the links below.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032019"/>
                </a:solidFill>
                <a:latin typeface="Calibri"/>
              </a:rPr>
              <a:t>All Done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09728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1. Moodle LTI 1.3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5486400" cy="640080"/>
          </a:xfrm>
          <a:prstGeom prst="roundRect">
            <a:avLst/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2. Onboarding APIs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3. PostgreSQL data 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874519"/>
            <a:ext cx="5486400" cy="640080"/>
          </a:xfrm>
          <a:prstGeom prst="roundRect">
            <a:avLst/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4. 3Q Quiz UI, score &amp;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5. AGS grade passback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651760"/>
            <a:ext cx="5486400" cy="640080"/>
          </a:xfrm>
          <a:prstGeom prst="roundRect">
            <a:avLst/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6. Screen Design Ideas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7. Multi-tenancy 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429000"/>
            <a:ext cx="5486400" cy="640080"/>
          </a:xfrm>
          <a:prstGeom prst="roundRect">
            <a:avLst/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8. LTI authorization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0624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9. Yet Analytics LRS + Metabase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206240"/>
            <a:ext cx="5486400" cy="640080"/>
          </a:xfrm>
          <a:prstGeom prst="roundRect">
            <a:avLst/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10. AI-generated quizzes (per student)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11. Coach voice — Indian languages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983480"/>
            <a:ext cx="5486400" cy="640080"/>
          </a:xfrm>
          <a:prstGeom prst="roundRect">
            <a:avLst/>
          </a:prstGeom>
          <a:solidFill>
            <a:srgbClr val="F0C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12. xAPI data from chats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60720"/>
            <a:ext cx="548640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32019"/>
                </a:solidFill>
                <a:latin typeface="Calibri"/>
              </a:rPr>
              <a:t>13. Quiz multi-model parser (complexity / coverage / plan)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1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Moodle LTI 1.3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17/07 · Moodle LTI 1.3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Student opens EdVidura from Moodle — signed launch, real class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videos/by-feature/f01-moodle-lti.mp4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2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Onboarding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17/07 · Onboarding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School connect page: create school + get Moodle LTI URLs.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videos/by-feature/f02-onboarding-apis.mp4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3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PostgreSQL data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17/07 · PostgreSQL data isolation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Each school’s data stays separate (Riverside ≠ Lakeside).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videos/by-feature/f03-data-isolation.mp4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4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3Q Quiz UI, score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17/07 · 3 Question Quiz UI, Score Calculation, Results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Take quiz → submit → see score and results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videos/by-feature/f04-quiz-ui-results.mp4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5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AGS grade passback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17/07 · AGS grade passback (Testing: Roadblock)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Grade sync UI after quiz (sheet notes testing roadblock — we show honestly).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videos/by-feature/f05-ags-passback.mp4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6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Screen Design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17/07 · Screen Design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Branded landing and in-app look.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videos/by-feature/f06-screen-design.mp4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7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Multi-tenancy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08/09 · Multi-tenancy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One app, many schools — pick Riverside or Lakeside.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videos/by-feature/f07-multi-tenancy.mp4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8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LTI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08/09 · LTI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Moodle trusts our keys; we verify Moodle’s login token.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videos/by-feature/f08-lti-authorization.mp4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9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Yet Analytics LRS + Metabase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08/09 · Yet Analytics LRS and Metabase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Owner console for learning records (Yet) and Metabase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videos/by-feature/f09-yet-metabase.mp4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10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AI-generated quizzes (per student)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08/09 · AI-generated quizzes — depth &amp; complexity per student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Teacher sets level/complexity; each student gets a different quiz.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videos/by-feature/f10-ai-quizzes.mp4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11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Coach voice — Indian languages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08/09 · Voice option for coach (Indian languages beyond EN/HI/TE)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Ask Vidura with mic + speak — many Indian languages.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videos/by-feature/f11-coach-voice.mp4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12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xAPI data from chats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08/09 · xAPI data from chats (PeBL)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Coach chat saves learning evidence (xAPI).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videos/by-feature/f12-xapi-chats.mp4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34D399"/>
                </a:solidFill>
                <a:latin typeface="Calibri"/>
              </a:rPr>
              <a:t>DONE · 13 OF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Quiz multi-model parser (complexity / coverage / plan)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22/09 · 3-level complexity, coverage, study-plan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3 difficulty levels + whole-book coverage + study-plan check.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4D399"/>
                </a:solidFill>
                <a:latin typeface="Calibri"/>
              </a:rPr>
              <a:t>Video file: videos/by-feature/f13-quiz-parser.mp4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4D399"/>
                </a:solidFill>
                <a:latin typeface="Calibri"/>
              </a:rPr>
              <a:t>Best: open requirements-recordings-deck.html — video plays on this slide.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B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Proof pack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34D399"/>
                </a:solidFill>
                <a:latin typeface="Calibri"/>
              </a:rPr>
              <a:t>Share HTML deck + videos/by-feature folder, or this PPTX with the MP4s beside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