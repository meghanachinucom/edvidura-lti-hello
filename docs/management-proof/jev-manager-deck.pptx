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6C4B"/>
                </a:solidFill>
                <a:latin typeface="Calibri"/>
              </a:rPr>
              <a:t>FOR MANAGERS · JEV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006C4B"/>
                </a:solidFill>
                <a:latin typeface="Calibri"/>
              </a:rPr>
              <a:t>Decide first.</a:t>
            </a:r>
          </a:p>
          <a:p>
            <a:pPr algn="l">
              <a:spcAft>
                <a:spcPts val="600"/>
              </a:spcAft>
            </a:pPr>
            <a:r>
              <a:rPr sz="4800" b="1">
                <a:solidFill>
                  <a:srgbClr val="032019"/>
                </a:solidFill>
                <a:latin typeface="Calibri"/>
              </a:rPr>
              <a:t>Write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C4A42"/>
                </a:solidFill>
                <a:latin typeface="Calibri"/>
              </a:rPr>
              <a:t>JEV (from TypeSafe) helps Ask Vidura and AI quizzes stay on topic, cover the full book, and spend less on AI. Moodle still holds grades.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C4A42"/>
                </a:solidFill>
                <a:latin typeface="Calibri"/>
              </a:rPr>
              <a:t>October 2026 · Sheet item: JEV + lower AI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Why we need it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Four problems we keep seeing.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029200" cy="182880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Cost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Every long AI chat and quiz costs money — both the question we send and the answer we 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029200" cy="18288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Focus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Students can ask things outside the class. The coach must answer only from approved lessons.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5029200" cy="1828800"/>
          </a:xfrm>
          <a:prstGeom prst="roundRect">
            <a:avLst>
              <a:gd name="adj" fmla="val 15000"/>
            </a:avLst>
          </a:prstGeom>
          <a:solidFill>
            <a:srgbClr val="40C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Coverage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AI quizzes must use the whole book, not only the first chapters.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029200" cy="18288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32019"/>
                </a:solidFill>
                <a:latin typeface="Calibri"/>
              </a:rPr>
              <a:t>Trust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Teachers need to see what the AI decided. We save that in learning records (xAPI) — not a black box.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Two jobs — easy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754880" cy="2926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6C4B"/>
                </a:solidFill>
                <a:latin typeface="Calibri"/>
              </a:rPr>
              <a:t>🎯  JEV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32019"/>
                </a:solidFill>
                <a:latin typeface="Calibri"/>
              </a:rPr>
              <a:t>The boss: Is this on topic? How should we teach? Cheap AI or full AI? Did the quiz cover everything?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754880" cy="2926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40C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6C4B"/>
                </a:solidFill>
                <a:latin typeface="Calibri"/>
              </a:rPr>
              <a:t>✍️  Chat AI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032019"/>
                </a:solidFill>
                <a:latin typeface="Calibri"/>
              </a:rPr>
              <a:t>The writer: Writes the answer or quiz questions — only when JEV says yes.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JEV replies in a split second with a short yes/no style answer. Students never see that message.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What JEV is not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4D399"/>
                </a:solidFill>
                <a:latin typeface="Calibri"/>
              </a:rPr>
              <a:t>Clear limits — so nobody expects the wrong thing.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another school chatbot or campus help widget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77724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Moodle — students and grades still live there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77724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the thing that marks work or sends scores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77724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needed for demos — EdVidura still works if JEV is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77724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Not a new content team — it only guides the AI before it writes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Where it sits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Student opens EdVidura from Moodle. JEV decides before we call the expensive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468880" cy="137160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Moodle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468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06C4B"/>
                </a:solidFill>
                <a:latin typeface="Calibr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2743200"/>
            <a:ext cx="2468880" cy="1371600"/>
          </a:xfrm>
          <a:prstGeom prst="roundRect">
            <a:avLst>
              <a:gd name="adj" fmla="val 15000"/>
            </a:avLst>
          </a:prstGeom>
          <a:solidFill>
            <a:srgbClr val="006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EdVidura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06C4B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2468880" cy="137160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32019"/>
                </a:solidFill>
                <a:latin typeface="Calibri"/>
              </a:rPr>
              <a:t>JEV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06C4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59" y="2743200"/>
            <a:ext cx="2468880" cy="137160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writes
(only if needed)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C4A42"/>
                </a:solidFill>
                <a:latin typeface="Calibri"/>
              </a:rPr>
              <a:t>Code: app/modules/jev   ·   Guide: docs/JEV.md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Four jobs we already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01  Ask Vidura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Is the question on class? Hint, explain, or practice? Cheap local reply or full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30352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02  Quiz coverage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After questions are made — did they touch every chapter? If not, make more.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530352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03  Save money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For easy recall questions, use the cheap path when JEV is sure enough.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39"/>
            <a:ext cx="5303520" cy="2011680"/>
          </a:xfrm>
          <a:prstGeom prst="roundRect">
            <a:avLst>
              <a:gd name="adj" fmla="val 15000"/>
            </a:avLst>
          </a:prstGeom>
          <a:solidFill>
            <a:srgbClr val="1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04  Health check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AI status page shows whether JEV is set up (API key present).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What happens in Ask Vidura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1. Load the approved class 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2. Ask JEV — on topic? how to teach? cheap or full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3. Off topic → polite “please stay on class” — no AI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4. Easy path → short local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5. Full AI → longer answer with lesson citations, saved to learning records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32019"/>
                </a:solidFill>
                <a:latin typeface="Calibri"/>
              </a:rPr>
              <a:t>AI quizzes (matches the sheet)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Three difficulty levels · whole-book coverage · checks the study plan.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Teacher sets options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Level, how hard, and how much of the book to cover — before making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530352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Make questions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AI or local path builds a quiz for each student.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5303520" cy="1645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JEV checks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Do the questions cover all the section titles?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0C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006C4B"/>
                </a:solidFill>
                <a:latin typeface="Calibri"/>
              </a:rPr>
              <a:t>Fix gaps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32019"/>
                </a:solidFill>
                <a:latin typeface="Calibri"/>
              </a:rPr>
              <a:t>If coverage is weak → auto second pass adds questions across the missing units.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Money story (simple)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Calibri"/>
              </a:rPr>
              <a:t>JEV decision (tiny call)  ~1×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371600" cy="6400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05A3A"/>
                </a:solidFill>
                <a:latin typeface="Calibri"/>
              </a:rPr>
              <a:t>Full AI answer (when we skip it)  ~100–400×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515600" cy="640080"/>
          </a:xfrm>
          <a:prstGeom prst="roundRect">
            <a:avLst>
              <a:gd name="adj" fmla="val 15000"/>
            </a:avLst>
          </a:prstGeom>
          <a:solidFill>
            <a:srgbClr val="F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4D399"/>
                </a:solidFill>
                <a:latin typeface="Calibri"/>
              </a:rPr>
              <a:t>After we turn it on, we can count how often JEV saved a full AI call (jev_skipped_remote in our learning records).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How we turn it 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1. Get the TypeSafe API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2. Set on Railway: JEV_ENABLED=1 and the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3. Check AI status shows JEV is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4. Try on Riverside — coach chat + quiz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6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032019"/>
                </a:solidFill>
                <a:latin typeface="Calibri"/>
              </a:rPr>
              <a:t>5. Adjust the confidence setting after teachers review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32019"/>
                </a:solidFill>
                <a:latin typeface="Calibri"/>
              </a:rPr>
              <a:t>Where we are on the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6C4B"/>
                </a:solidFill>
                <a:latin typeface="Calibri"/>
              </a:rPr>
              <a:t>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A6B00"/>
                </a:solidFill>
                <a:latin typeface="Calibri"/>
              </a:rPr>
              <a:t>WAITING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0972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32019"/>
                </a:solidFill>
                <a:latin typeface="Calibri"/>
              </a:rPr>
              <a:t>JEV code connected in EdVidura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109728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32019"/>
                </a:solidFill>
                <a:latin typeface="Calibri"/>
              </a:rPr>
              <a:t>Tests + learning-record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109728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32019"/>
                </a:solidFill>
                <a:latin typeface="Calibri"/>
              </a:rPr>
              <a:t>Live API key + turn on in Railway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1097280"/>
          </a:xfrm>
          <a:prstGeom prst="roundRect">
            <a:avLst>
              <a:gd name="adj" fmla="val 15000"/>
            </a:avLst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32019"/>
                </a:solidFill>
                <a:latin typeface="Calibri"/>
              </a:rPr>
              <a:t>Pilot OK from teachers + final settings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ONE LINE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JEV decides. AI writes.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34D399"/>
                </a:solidFill>
                <a:latin typeface="Calibri"/>
              </a:rPr>
              <a:t>Stays on class. Covers the book. Costs less. Moodle still owns grades.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